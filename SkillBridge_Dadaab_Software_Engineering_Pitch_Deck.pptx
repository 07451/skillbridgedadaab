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8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89611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SkillBridge Dadaab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14600"/>
            <a:ext cx="1143000" cy="73152"/>
          </a:xfrm>
          <a:prstGeom prst="rect">
            <a:avLst/>
          </a:prstGeom>
          <a:solidFill>
            <a:srgbClr val="FF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A digital platform connecting learners to practical tech skills and pathways to online work.</a:t>
            </a:r>
          </a:p>
          <a:p>
            <a:pPr>
              <a:spcAft>
                <a:spcPts val="13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A mobile-friendly learning and opportunity platform designed for communities with limited connectivity.</a:t>
            </a:r>
          </a:p>
          <a:p>
            <a:pPr>
              <a:spcAft>
                <a:spcPts val="1300"/>
              </a:spcAft>
              <a:defRPr sz="1500">
                <a:solidFill>
                  <a:srgbClr val="C3D4E2"/>
                </a:solidFill>
                <a:latin typeface="Aptos"/>
              </a:defRPr>
            </a:pPr>
            <a:r>
              <a:t>PLP Pitch Deck | First Draft</a:t>
            </a:r>
          </a:p>
          <a:p>
            <a:pPr>
              <a:spcAft>
                <a:spcPts val="1300"/>
              </a:spcAft>
              <a:defRPr sz="1500">
                <a:solidFill>
                  <a:srgbClr val="C3D4E2"/>
                </a:solidFill>
                <a:latin typeface="Aptos"/>
              </a:defRPr>
            </a:pPr>
            <a:r>
              <a:t>Founder: [Your full name]  •  Location: Dadaab, Kenya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1143000"/>
            <a:ext cx="731520" cy="594360"/>
          </a:xfrm>
          <a:prstGeom prst="roundRect">
            <a:avLst/>
          </a:prstGeom>
          <a:solidFill>
            <a:srgbClr val="4C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698480" y="1143000"/>
            <a:ext cx="594360" cy="594360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784080" y="1874519"/>
            <a:ext cx="1508760" cy="228600"/>
          </a:xfrm>
          <a:prstGeom prst="roundRect">
            <a:avLst/>
          </a:prstGeom>
          <a:solidFill>
            <a:srgbClr val="29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41280" y="2240280"/>
            <a:ext cx="1051560" cy="228600"/>
          </a:xfrm>
          <a:prstGeom prst="roundRect">
            <a:avLst/>
          </a:prstGeom>
          <a:solidFill>
            <a:srgbClr val="29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475488"/>
            <a:ext cx="530352" cy="530352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D32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89920" cy="3200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7091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Young people can struggle to access affordable, structured digital-skills training.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Learning resources are scattered, and beginners may not know what to learn next.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Unreliable internet and limited devices can interrupt learning.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Learners need practical projects, feedback, and guidance to prepare for real opportunities.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2"/>
                </a:solidFill>
              </a:defRPr>
            </a:pPr>
            <a:r>
              <a:t>SkillBridge Dadaab • PLP Pitch Deck • First 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475488"/>
            <a:ext cx="530352" cy="530352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D32"/>
                </a:solidFill>
                <a:latin typeface="Aptos Display"/>
              </a:defRPr>
            </a:pPr>
            <a:r>
              <a:t>Our Software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89920" cy="3200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7091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Build a lightweight, mobile-friendly web platform for digital-skills learning and career readiness.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Offer guided learning paths, short lessons, downloadable practice tasks, and progress tracking.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Provide project portfolios so learners can demonstrate their skills.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Include curated links to legitimate training, internships, and online-work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2"/>
                </a:solidFill>
              </a:defRPr>
            </a:pPr>
            <a:r>
              <a:t>SkillBridge Dadaab • PLP Pitch Deck • First 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475488"/>
            <a:ext cx="530352" cy="530352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D32"/>
                </a:solidFill>
                <a:latin typeface="Aptos Display"/>
              </a:defRPr>
            </a:pPr>
            <a:r>
              <a:t>Core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89920" cy="3200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7091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Learner accounts and simple profiles.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Learning dashboard with modules, checklists, and completion tracking.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Downloadable lessons and exercises for low-connectivity use.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Portfolio builder for Word, Excel, data handling, and design projects.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Trainer dashboard to manage learners, lessons, attendance, and feedback.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Future feature: opportunity board with verified listings and scam-awareness guidance.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2"/>
                </a:solidFill>
              </a:defRPr>
            </a:pPr>
            <a:r>
              <a:t>SkillBridge Dadaab • PLP Pitch Deck • First 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475488"/>
            <a:ext cx="530352" cy="530352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D32"/>
                </a:solidFill>
                <a:latin typeface="Aptos Display"/>
              </a:defRPr>
            </a:pPr>
            <a:r>
              <a:t>Users &amp;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89920" cy="3200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7091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Primary users: students, job seekers, and young adults in Dadaab and nearby communities.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Secondary users: trainers, community learning centres, NGOs, and education partners.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Initial target: run a small pilot with learners at one training centre.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Validate demand through interviews, sign-up interest, and feedback before expanding.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Do not claim market size until reliable local data is collected.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2"/>
                </a:solidFill>
              </a:defRPr>
            </a:pPr>
            <a:r>
              <a:t>SkillBridge Dadaab • PLP Pitch Deck • First 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475488"/>
            <a:ext cx="530352" cy="530352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D32"/>
                </a:solidFill>
                <a:latin typeface="Aptos Display"/>
              </a:defRPr>
            </a:pPr>
            <a:r>
              <a:t>Business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89920" cy="3200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7091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Freemium access: basic learning resources remain free or low-cost.</a:t>
            </a:r>
          </a:p>
          <a:p>
            <a:pPr>
              <a:spcAft>
                <a:spcPts val="1200"/>
              </a:spcAft>
              <a:defRPr sz="1500">
                <a:solidFill>
                  <a:srgbClr val="233141"/>
                </a:solidFill>
                <a:latin typeface="Aptos"/>
              </a:defRPr>
            </a:pPr>
            <a:r>
              <a:t>Possible income: sponsored learner seats, partner-funded cohorts, paid workshops, and organisational subscriptions.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Optional services: portfolio support and digital-skills workshops for local groups.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Potential partners include training centres, NGOs, schools, and employers, subject to agreement.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Test willingness to pay before deciding final pricing.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2"/>
                </a:solidFill>
              </a:defRPr>
            </a:pPr>
            <a:r>
              <a:t>SkillBridge Dadaab • PLP Pitch Deck • First 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475488"/>
            <a:ext cx="530352" cy="530352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D32"/>
                </a:solidFill>
                <a:latin typeface="Aptos Display"/>
              </a:defRPr>
            </a:pPr>
            <a:r>
              <a:t>MVP &amp;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89920" cy="3200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7091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3141"/>
                </a:solidFill>
                <a:latin typeface="Aptos"/>
              </a:defRPr>
            </a:pPr>
            <a:r>
              <a:t>Minimum viable product: landing page, learner registration, three learning modules, progress checklist, and trainer view.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Pilot with a small cohort and gather feedback on usability, relevance, and connectivity.</a:t>
            </a:r>
          </a:p>
          <a:p>
            <a:pPr>
              <a:spcAft>
                <a:spcPts val="1200"/>
              </a:spcAft>
              <a:defRPr sz="1500">
                <a:solidFill>
                  <a:srgbClr val="233141"/>
                </a:solidFill>
                <a:latin typeface="Aptos"/>
              </a:defRPr>
            </a:pPr>
            <a:r>
              <a:t>Measure registrations, weekly active learners, module completion, projects submitted, and satisfaction.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Current status: concept-stage draft unless a working prototype or pilot already exists.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Replace this slide with real progress and evidence as development begins.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2"/>
                </a:solidFill>
              </a:defRPr>
            </a:pPr>
            <a:r>
              <a:t>SkillBridge Dadaab • PLP Pitch Deck • First 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475488"/>
            <a:ext cx="530352" cy="530352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D32"/>
                </a:solidFill>
                <a:latin typeface="Aptos Display"/>
              </a:defRPr>
            </a:pPr>
            <a:r>
              <a:t>Competitive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89920" cy="3200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7091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Alternatives include YouTube tutorials, online learning platforms, and in-person computer courses.</a:t>
            </a:r>
          </a:p>
          <a:p>
            <a:pPr>
              <a:spcAft>
                <a:spcPts val="1200"/>
              </a:spcAft>
              <a:defRPr sz="1500">
                <a:solidFill>
                  <a:srgbClr val="233141"/>
                </a:solidFill>
                <a:latin typeface="Aptos"/>
              </a:defRPr>
            </a:pPr>
            <a:r>
              <a:t>Our differentiator: locally relevant learning paths, trainer support, portfolio projects, and low-data design.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The platform complements existing courses instead of replacing every learning provider.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Test whether local guidance and offline-friendly materials improve completion.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2"/>
                </a:solidFill>
              </a:defRPr>
            </a:pPr>
            <a:r>
              <a:t>SkillBridge Dadaab • PLP Pitch Deck • First Draft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475488"/>
            <a:ext cx="530352" cy="530352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D32"/>
                </a:solidFill>
                <a:latin typeface="Aptos Display"/>
              </a:defRPr>
            </a:pPr>
            <a:r>
              <a:t>Go-to-Market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89920" cy="3200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7091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Start through a training-centre pilot and community referrals.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Demonstrate the platform in short computer-skills sessions.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Use WhatsApp groups and partner networks to share registration information.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Publish learner projects only with permission and protect personal information.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Track sign-ups, activation, course completion, referrals, and partner interest.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2"/>
                </a:solidFill>
              </a:defRPr>
            </a:pPr>
            <a:r>
              <a:t>SkillBridge Dadaab • PLP Pitch Deck • First Draft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475488"/>
            <a:ext cx="530352" cy="530352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D32"/>
                </a:solidFill>
                <a:latin typeface="Aptos Display"/>
              </a:defRPr>
            </a:pPr>
            <a:r>
              <a:t>Technical Architecture &amp;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89920" cy="3200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7091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Phase 1: responsive web app for phones, tablets, and computers.</a:t>
            </a:r>
          </a:p>
          <a:p>
            <a:pPr>
              <a:spcAft>
                <a:spcPts val="1200"/>
              </a:spcAft>
              <a:defRPr sz="1500">
                <a:solidFill>
                  <a:srgbClr val="233141"/>
                </a:solidFill>
                <a:latin typeface="Aptos"/>
              </a:defRPr>
            </a:pPr>
            <a:r>
              <a:t>Possible stack: HTML, CSS, JavaScript; backend such as Django or Node.js; database such as PostgreSQL.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Use secure authentication, role-based access, backups, and minimal personal-data collection.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Design for low bandwidth with compressed pages and downloadable learning materials.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Build in stages: prototype → user testing → MVP → pilot → improvements.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These are proposed technical choices, not a claim that the platform is already built.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2"/>
                </a:solidFill>
              </a:defRPr>
            </a:pPr>
            <a:r>
              <a:t>SkillBridge Dadaab • PLP Pitch Deck • First Draft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475488"/>
            <a:ext cx="530352" cy="530352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D32"/>
                </a:solidFill>
                <a:latin typeface="Aptos Display"/>
              </a:defRPr>
            </a:pPr>
            <a:r>
              <a:t>Budget &amp; Sustainability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89920" cy="3200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7091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3141"/>
                </a:solidFill>
                <a:latin typeface="Aptos"/>
              </a:defRPr>
            </a:pPr>
            <a:r>
              <a:t>Budget categories: design/development, hosting/domain, internet, device access, testing, learning materials, and maintenance.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Start with a low-cost prototype and free or open-source tools where appropriate.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Prepare a local budget after checking actual hosting, connectivity, equipment, and support costs.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Track cost per learner, platform usage, completion rates, and partner-funded places.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Label forecasts as estimates and separate cash costs from donated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2"/>
                </a:solidFill>
              </a:defRPr>
            </a:pPr>
            <a:r>
              <a:t>SkillBridge Dadaab • PLP Pitch Deck • First Draft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475488"/>
            <a:ext cx="530352" cy="530352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D32"/>
                </a:solidFill>
                <a:latin typeface="Aptos Display"/>
              </a:defRPr>
            </a:pPr>
            <a:r>
              <a:t>Roadmap &amp; The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89920" cy="3200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47091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Month 1: interview learners and trainers; define requirements and sketch the user experience.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Months 2–3: build a clickable prototype and test it with users.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Months 4–5: develop the MVP and run a small pilot if resources permit.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Month 6: evaluate results, improve accessibility, and approach potential partners.</a:t>
            </a:r>
          </a:p>
          <a:p>
            <a:pPr>
              <a:spcAft>
                <a:spcPts val="1200"/>
              </a:spcAft>
              <a:defRPr sz="1500">
                <a:solidFill>
                  <a:srgbClr val="233141"/>
                </a:solidFill>
                <a:latin typeface="Aptos"/>
              </a:defRPr>
            </a:pPr>
            <a:r>
              <a:t>Seeking feedback, pilot users, technical mentorship, device/connectivity support, and potential partners.</a:t>
            </a:r>
          </a:p>
          <a:p>
            <a:pPr>
              <a:spcAft>
                <a:spcPts val="1200"/>
              </a:spcAft>
              <a:defRPr sz="1700">
                <a:solidFill>
                  <a:srgbClr val="233141"/>
                </a:solidFill>
                <a:latin typeface="Aptos"/>
              </a:defRPr>
            </a:pPr>
            <a:r>
              <a:t>Long-term goal: help learners build demonstrable skills and access education or work opportunities.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2"/>
                </a:solidFill>
              </a:defRPr>
            </a:pPr>
            <a:r>
              <a:t>SkillBridge Dadaab • PLP Pitch Deck • First 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946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DIGITAL HUB</dc:creator>
  <cp:keywords/>
  <dc:description>generated using python-pptx</dc:description>
  <cp:lastModifiedBy>dahir bay</cp:lastModifiedBy>
  <cp:revision>1</cp:revision>
  <dcterms:created xsi:type="dcterms:W3CDTF">2013-01-27T09:14:16Z</dcterms:created>
  <dcterms:modified xsi:type="dcterms:W3CDTF">2026-10-26T09:12:01Z</dcterms:modified>
  <cp:category/>
</cp:coreProperties>
</file>